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0" roundtripDataSignature="AMtx7mjl4tBZ9WiE215UoM/c0h43imd2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68113075d725b2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168113075d725b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168113075d725b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168113075d725b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68113075d725b2_7"/>
          <p:cNvSpPr/>
          <p:nvPr/>
        </p:nvSpPr>
        <p:spPr>
          <a:xfrm>
            <a:off x="2090637" y="793532"/>
            <a:ext cx="7937100" cy="5271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2168113075d725b2_7"/>
          <p:cNvSpPr txBox="1"/>
          <p:nvPr/>
        </p:nvSpPr>
        <p:spPr>
          <a:xfrm>
            <a:off x="3683479" y="1230847"/>
            <a:ext cx="4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DI CONFIGURAZIONE PT1</a:t>
            </a:r>
            <a:endParaRPr/>
          </a:p>
        </p:txBody>
      </p:sp>
      <p:sp>
        <p:nvSpPr>
          <p:cNvPr id="86" name="Google Shape;86;g2168113075d725b2_7"/>
          <p:cNvSpPr/>
          <p:nvPr/>
        </p:nvSpPr>
        <p:spPr>
          <a:xfrm>
            <a:off x="3827575" y="2277200"/>
            <a:ext cx="4469400" cy="468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3 GIOCATORI</a:t>
            </a:r>
            <a:endParaRPr/>
          </a:p>
        </p:txBody>
      </p:sp>
      <p:sp>
        <p:nvSpPr>
          <p:cNvPr id="87" name="Google Shape;87;g2168113075d725b2_7"/>
          <p:cNvSpPr/>
          <p:nvPr/>
        </p:nvSpPr>
        <p:spPr>
          <a:xfrm>
            <a:off x="3827575" y="2850175"/>
            <a:ext cx="4469400" cy="468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</a:rPr>
              <a:t>4</a:t>
            </a:r>
            <a:r>
              <a:rPr lang="it-IT">
                <a:solidFill>
                  <a:schemeClr val="dk1"/>
                </a:solidFill>
              </a:rPr>
              <a:t> GIOCATORI</a:t>
            </a:r>
            <a:endParaRPr/>
          </a:p>
        </p:txBody>
      </p:sp>
      <p:sp>
        <p:nvSpPr>
          <p:cNvPr id="88" name="Google Shape;88;g2168113075d725b2_7"/>
          <p:cNvSpPr/>
          <p:nvPr/>
        </p:nvSpPr>
        <p:spPr>
          <a:xfrm>
            <a:off x="3824475" y="3423150"/>
            <a:ext cx="4469400" cy="468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</a:rPr>
              <a:t>5</a:t>
            </a:r>
            <a:r>
              <a:rPr lang="it-IT">
                <a:solidFill>
                  <a:schemeClr val="dk1"/>
                </a:solidFill>
              </a:rPr>
              <a:t> GIOCATORI</a:t>
            </a:r>
            <a:endParaRPr/>
          </a:p>
        </p:txBody>
      </p:sp>
      <p:sp>
        <p:nvSpPr>
          <p:cNvPr id="89" name="Google Shape;89;g2168113075d725b2_7"/>
          <p:cNvSpPr/>
          <p:nvPr/>
        </p:nvSpPr>
        <p:spPr>
          <a:xfrm>
            <a:off x="3824475" y="4032750"/>
            <a:ext cx="4469400" cy="468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</a:rPr>
              <a:t>6</a:t>
            </a:r>
            <a:r>
              <a:rPr lang="it-IT">
                <a:solidFill>
                  <a:schemeClr val="dk1"/>
                </a:solidFill>
              </a:rPr>
              <a:t> GIOCATORI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168113075d725b2_0"/>
          <p:cNvSpPr/>
          <p:nvPr/>
        </p:nvSpPr>
        <p:spPr>
          <a:xfrm>
            <a:off x="2090637" y="793532"/>
            <a:ext cx="7937100" cy="5271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2168113075d725b2_0"/>
          <p:cNvSpPr txBox="1"/>
          <p:nvPr/>
        </p:nvSpPr>
        <p:spPr>
          <a:xfrm>
            <a:off x="3683479" y="1230847"/>
            <a:ext cx="4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DI CONFIGURAZIONE PT2</a:t>
            </a:r>
            <a:endParaRPr/>
          </a:p>
        </p:txBody>
      </p:sp>
      <p:sp>
        <p:nvSpPr>
          <p:cNvPr id="96" name="Google Shape;96;g2168113075d725b2_0"/>
          <p:cNvSpPr/>
          <p:nvPr/>
        </p:nvSpPr>
        <p:spPr>
          <a:xfrm>
            <a:off x="4076700" y="1749675"/>
            <a:ext cx="3985800" cy="40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2168113075d725b2_0"/>
          <p:cNvSpPr txBox="1"/>
          <p:nvPr/>
        </p:nvSpPr>
        <p:spPr>
          <a:xfrm>
            <a:off x="5117125" y="1866900"/>
            <a:ext cx="17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libri"/>
                <a:ea typeface="Calibri"/>
                <a:cs typeface="Calibri"/>
                <a:sym typeface="Calibri"/>
              </a:rPr>
              <a:t>GIOCATORE 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2168113075d725b2_0"/>
          <p:cNvSpPr/>
          <p:nvPr/>
        </p:nvSpPr>
        <p:spPr>
          <a:xfrm>
            <a:off x="4312200" y="4310300"/>
            <a:ext cx="3514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COLORE ( a tendina )</a:t>
            </a:r>
            <a:endParaRPr/>
          </a:p>
        </p:txBody>
      </p:sp>
      <p:sp>
        <p:nvSpPr>
          <p:cNvPr id="99" name="Google Shape;99;g2168113075d725b2_0"/>
          <p:cNvSpPr txBox="1"/>
          <p:nvPr/>
        </p:nvSpPr>
        <p:spPr>
          <a:xfrm>
            <a:off x="4377700" y="2567950"/>
            <a:ext cx="32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2168113075d725b2_0"/>
          <p:cNvSpPr/>
          <p:nvPr/>
        </p:nvSpPr>
        <p:spPr>
          <a:xfrm>
            <a:off x="4312200" y="2583400"/>
            <a:ext cx="3514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NOME (</a:t>
            </a:r>
            <a:r>
              <a:rPr lang="it-IT"/>
              <a:t> input )</a:t>
            </a:r>
            <a:endParaRPr/>
          </a:p>
        </p:txBody>
      </p:sp>
      <p:sp>
        <p:nvSpPr>
          <p:cNvPr id="101" name="Google Shape;101;g2168113075d725b2_0"/>
          <p:cNvSpPr/>
          <p:nvPr/>
        </p:nvSpPr>
        <p:spPr>
          <a:xfrm>
            <a:off x="4312200" y="3104038"/>
            <a:ext cx="3514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COGNOME</a:t>
            </a:r>
            <a:r>
              <a:rPr lang="it-IT"/>
              <a:t>( input )</a:t>
            </a:r>
            <a:endParaRPr/>
          </a:p>
        </p:txBody>
      </p:sp>
      <p:sp>
        <p:nvSpPr>
          <p:cNvPr id="102" name="Google Shape;102;g2168113075d725b2_0"/>
          <p:cNvSpPr/>
          <p:nvPr/>
        </p:nvSpPr>
        <p:spPr>
          <a:xfrm>
            <a:off x="4312200" y="3707163"/>
            <a:ext cx="35148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NICKNAME</a:t>
            </a:r>
            <a:r>
              <a:rPr lang="it-IT"/>
              <a:t>( input )</a:t>
            </a:r>
            <a:endParaRPr/>
          </a:p>
        </p:txBody>
      </p:sp>
      <p:sp>
        <p:nvSpPr>
          <p:cNvPr id="103" name="Google Shape;103;g2168113075d725b2_0"/>
          <p:cNvSpPr txBox="1"/>
          <p:nvPr/>
        </p:nvSpPr>
        <p:spPr>
          <a:xfrm>
            <a:off x="320050" y="1089650"/>
            <a:ext cx="1609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libri"/>
                <a:ea typeface="Calibri"/>
                <a:cs typeface="Calibri"/>
                <a:sym typeface="Calibri"/>
              </a:rPr>
              <a:t>“GIOCATORE X”  serve ad indicare a quale giocatore ci stiamo riferendo (se al primo, se al secondo ect ect)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/>
          <p:nvPr/>
        </p:nvSpPr>
        <p:spPr>
          <a:xfrm>
            <a:off x="2127399" y="793533"/>
            <a:ext cx="7937201" cy="52709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mappa&#10;&#10;Descrizione generata automaticamente"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1889" y="1825510"/>
            <a:ext cx="4408219" cy="3206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/>
        </p:nvSpPr>
        <p:spPr>
          <a:xfrm>
            <a:off x="3683479" y="1201547"/>
            <a:ext cx="47515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DI RIFORZO INIZIALE O DI COLLOCAMENTO INIZIALE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8778240" y="5337289"/>
            <a:ext cx="1043940" cy="36247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fase btn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3445434" y="607313"/>
            <a:ext cx="5227607" cy="468127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Vuoi usare le tue carte?(per aggiungere </a:t>
            </a: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 armate</a:t>
            </a:r>
            <a:r>
              <a:rPr b="0" i="0" lang="it-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4226943" y="5158596"/>
            <a:ext cx="4073165" cy="49785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Carte territorio del giocatore</a:t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2294626" y="1992702"/>
            <a:ext cx="1526876" cy="81950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Carri armati aggiuntivi (visualizzazione, cambia numero ad ogni collocazione)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2153852" y="2993366"/>
            <a:ext cx="1667650" cy="95753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Decisione di collocazione (a tendina)</a:t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8835731" y="1398559"/>
            <a:ext cx="828136" cy="83880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u1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8835731" y="2318954"/>
            <a:ext cx="828136" cy="83880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u2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8835731" y="3270674"/>
            <a:ext cx="828136" cy="83880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u3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8835731" y="4288319"/>
            <a:ext cx="828136" cy="838808"/>
          </a:xfrm>
          <a:prstGeom prst="ellipse">
            <a:avLst/>
          </a:prstGeom>
          <a:solidFill>
            <a:srgbClr val="7030A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u4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2294626" y="4373592"/>
            <a:ext cx="1461190" cy="50895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Colloca btn (controllo e poi esegui)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370936" y="1276709"/>
            <a:ext cx="162039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fase di collocamento iniziale si ripete per tutti gli utenti prima di iniziare la fase di attacco del primo utente con lo spostamento e così via.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10317192" y="974785"/>
            <a:ext cx="14061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L’utente del turno verrà segnalato da un bordo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/>
          <p:nvPr/>
        </p:nvSpPr>
        <p:spPr>
          <a:xfrm>
            <a:off x="2127399" y="793533"/>
            <a:ext cx="7937201" cy="52709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mappa&#10;&#10;Descrizione generata automaticamente" id="128" name="Google Shape;1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1889" y="1825510"/>
            <a:ext cx="4408219" cy="3206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5162548" y="1221440"/>
            <a:ext cx="1866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DI ATTACCO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2308860" y="1825510"/>
            <a:ext cx="1463040" cy="90245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2335530" y="1905000"/>
            <a:ext cx="1409700" cy="3200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Dadi attack (input numero)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2335530" y="2304530"/>
            <a:ext cx="1409700" cy="3200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Dadi diff (input numero)</a:t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2308860" y="3017520"/>
            <a:ext cx="1463040" cy="154686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2335530" y="3101339"/>
            <a:ext cx="1409700" cy="65859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Territorio attaccante (a tendina)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2335530" y="3832859"/>
            <a:ext cx="1409700" cy="65859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Territorio difendente (a tendina)</a:t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8778240" y="5337289"/>
            <a:ext cx="1043940" cy="36247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fase btn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835731" y="1398559"/>
            <a:ext cx="828136" cy="83880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u1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8835731" y="2318954"/>
            <a:ext cx="828136" cy="83880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u2</a:t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8835731" y="3270674"/>
            <a:ext cx="828136" cy="83880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u3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8835731" y="4288319"/>
            <a:ext cx="828136" cy="838808"/>
          </a:xfrm>
          <a:prstGeom prst="ellipse">
            <a:avLst/>
          </a:prstGeom>
          <a:solidFill>
            <a:srgbClr val="7030A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u4</a:t>
            </a:r>
            <a:endParaRPr/>
          </a:p>
        </p:txBody>
      </p:sp>
      <p:sp>
        <p:nvSpPr>
          <p:cNvPr id="141" name="Google Shape;141;p2"/>
          <p:cNvSpPr/>
          <p:nvPr/>
        </p:nvSpPr>
        <p:spPr>
          <a:xfrm>
            <a:off x="2316194" y="4724272"/>
            <a:ext cx="1463039" cy="439947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Attack btn (controllo e poi esegui)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4150741" y="560717"/>
            <a:ext cx="3890513" cy="500332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(se vinto territorio): hai vinto una carta terreno:</a:t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4278702" y="5127127"/>
            <a:ext cx="3657600" cy="66982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Visualizzazione risultato dei dadi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98439" y="575109"/>
            <a:ext cx="177010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fine attacco controllo la vittoria e nel caso visualizzo a tendina il vincitore della partita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120464" y="3147955"/>
            <a:ext cx="160620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L’input dei dadi del difensore sarà disabilitato fino alla scelta dadi attaccante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2090637" y="793532"/>
            <a:ext cx="7937201" cy="52709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mappa&#10;&#10;Descrizione generata automaticamente" id="151" name="Google Shape;1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1889" y="1825510"/>
            <a:ext cx="4408219" cy="320697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"/>
          <p:cNvSpPr/>
          <p:nvPr/>
        </p:nvSpPr>
        <p:spPr>
          <a:xfrm>
            <a:off x="8835731" y="1398559"/>
            <a:ext cx="828136" cy="83880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u1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8835731" y="2318954"/>
            <a:ext cx="828136" cy="83880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u2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3683479" y="1201547"/>
            <a:ext cx="4751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DI SPOSTAMENTO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8778240" y="5337289"/>
            <a:ext cx="1043940" cy="36247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fase btn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318378" y="2020422"/>
            <a:ext cx="1463040" cy="154686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345048" y="2104241"/>
            <a:ext cx="1409700" cy="65859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Territorio di spostamento 1 (a tendina)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2345048" y="2835761"/>
            <a:ext cx="1409700" cy="65859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Territorio di spostamento 2 (a tendina)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371059" y="3627395"/>
            <a:ext cx="1384480" cy="86880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 carri armati spostare (input numero)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835731" y="3270674"/>
            <a:ext cx="828136" cy="83880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u3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8835731" y="4288319"/>
            <a:ext cx="828136" cy="838808"/>
          </a:xfrm>
          <a:prstGeom prst="ellipse">
            <a:avLst/>
          </a:prstGeom>
          <a:solidFill>
            <a:srgbClr val="7030A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u4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2318378" y="4615869"/>
            <a:ext cx="1413399" cy="511258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Sposta btn (controllo e poi esegui)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2023-03-12T15:31:30Z</dcterms:created>
  <dc:creator>marcello pandolfi</dc:creator>
</cp:coreProperties>
</file>